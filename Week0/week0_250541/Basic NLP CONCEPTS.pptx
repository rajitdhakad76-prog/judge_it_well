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307" r:id="rId7"/>
    <p:sldId id="323" r:id="rId8"/>
    <p:sldId id="282" r:id="rId9"/>
    <p:sldId id="314" r:id="rId10"/>
    <p:sldId id="324" r:id="rId11"/>
    <p:sldId id="318" r:id="rId12"/>
    <p:sldId id="297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Basic NLP CONCEPTS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latin typeface="+mn-lt"/>
              </a:rPr>
              <a:t>by Khwahish Agrawal)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(250541)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building an </a:t>
            </a:r>
            <a:r>
              <a:rPr lang="en-US" dirty="0" err="1">
                <a:latin typeface="Bahnschrift Condensed" panose="020B0502040204020203" pitchFamily="34" charset="0"/>
              </a:rPr>
              <a:t>nlp</a:t>
            </a:r>
            <a:r>
              <a:rPr lang="en-US" dirty="0">
                <a:latin typeface="Bahnschrift Condensed" panose="020B0502040204020203" pitchFamily="34" charset="0"/>
              </a:rPr>
              <a:t> pipeline follows:</a:t>
            </a:r>
            <a:br>
              <a:rPr lang="en-US" dirty="0">
                <a:latin typeface="Bahnschrift Condensed" panose="020B0502040204020203" pitchFamily="34" charset="0"/>
              </a:rPr>
            </a:br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arenR"/>
            </a:pPr>
            <a:r>
              <a:rPr lang="en-US" dirty="0"/>
              <a:t>Sentence segmentation</a:t>
            </a:r>
          </a:p>
          <a:p>
            <a:pPr marL="457200" indent="-457200">
              <a:buAutoNum type="arabicParenR"/>
            </a:pPr>
            <a:r>
              <a:rPr lang="en-US" dirty="0"/>
              <a:t>Word tokenization</a:t>
            </a:r>
          </a:p>
          <a:p>
            <a:pPr marL="457200" indent="-457200">
              <a:buAutoNum type="arabicParenR"/>
            </a:pPr>
            <a:r>
              <a:rPr lang="en-US" dirty="0"/>
              <a:t>Stop-words removal</a:t>
            </a:r>
          </a:p>
          <a:p>
            <a:pPr marL="457200" indent="-457200">
              <a:buAutoNum type="arabicParenR"/>
            </a:pPr>
            <a:r>
              <a:rPr lang="en-US" dirty="0"/>
              <a:t>Lemmatization</a:t>
            </a:r>
          </a:p>
          <a:p>
            <a:pPr marL="457200" indent="-457200">
              <a:buAutoNum type="arabicParenR"/>
            </a:pPr>
            <a:r>
              <a:rPr lang="en-US" dirty="0"/>
              <a:t>Part of speech(POS) tagging</a:t>
            </a:r>
          </a:p>
          <a:p>
            <a:pPr marL="457200" indent="-457200">
              <a:buAutoNum type="arabicParenR"/>
            </a:pPr>
            <a:r>
              <a:rPr lang="en-US" dirty="0"/>
              <a:t>Named entity recognition(NER)</a:t>
            </a:r>
          </a:p>
          <a:p>
            <a:pPr marL="457200" indent="-457200">
              <a:buAutoNum type="arabi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1. Sentence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856F9-BCC5-2681-6593-020506CFBB5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en-US" dirty="0"/>
              <a:t>It includes breaking down the text apart into separate sentences.</a:t>
            </a:r>
          </a:p>
          <a:p>
            <a:pPr marL="457200" indent="-457200">
              <a:buAutoNum type="alphaLcParenR"/>
            </a:pPr>
            <a:endParaRPr lang="en-US" dirty="0"/>
          </a:p>
          <a:p>
            <a:r>
              <a:rPr lang="en-US" dirty="0"/>
              <a:t>b) It will be a lot easier to write a program to understand a single sentence than to understand a whole paragraph.</a:t>
            </a:r>
          </a:p>
          <a:p>
            <a:endParaRPr lang="en-US" dirty="0"/>
          </a:p>
          <a:p>
            <a:r>
              <a:rPr lang="en-US" dirty="0"/>
              <a:t>c)Coding a sentence segmentation model can be as simple as splitting apart sentences whenever u see a  punctuation mark.</a:t>
            </a:r>
            <a:endParaRPr lang="en-IN" dirty="0"/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19064" r="19064"/>
          <a:stretch/>
        </p:blipFill>
        <p:spPr/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E0A9-9A59-2990-A09D-19EEA563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6187440" cy="1574800"/>
          </a:xfrm>
        </p:spPr>
        <p:txBody>
          <a:bodyPr/>
          <a:lstStyle/>
          <a:p>
            <a:r>
              <a:rPr lang="en-US" dirty="0"/>
              <a:t>2) </a:t>
            </a:r>
            <a:r>
              <a:rPr lang="en-US" dirty="0">
                <a:latin typeface="+mn-lt"/>
              </a:rPr>
              <a:t>Word tokenization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8B65-E641-FFB3-3BA3-4AF90A32D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75840"/>
            <a:ext cx="6827520" cy="3766144"/>
          </a:xfrm>
        </p:spPr>
        <p:txBody>
          <a:bodyPr/>
          <a:lstStyle/>
          <a:p>
            <a:pPr marL="457200" indent="-457200">
              <a:buAutoNum type="alphaLcParenR"/>
            </a:pPr>
            <a:r>
              <a:rPr lang="en-US" dirty="0"/>
              <a:t>Breaking the sentence into separate words or </a:t>
            </a:r>
            <a:r>
              <a:rPr lang="en-US" dirty="0">
                <a:latin typeface="+mj-lt"/>
              </a:rPr>
              <a:t>tokens </a:t>
            </a:r>
            <a:r>
              <a:rPr lang="en-US" dirty="0"/>
              <a:t>called </a:t>
            </a:r>
            <a:r>
              <a:rPr lang="en-US" dirty="0">
                <a:latin typeface="+mj-lt"/>
                <a:cs typeface="Arial" panose="020B0604020202020204" pitchFamily="34" charset="0"/>
              </a:rPr>
              <a:t>tokenization.</a:t>
            </a:r>
          </a:p>
          <a:p>
            <a:pPr marL="457200" indent="-457200">
              <a:buAutoNum type="alphaLcParenR"/>
            </a:pPr>
            <a:r>
              <a:rPr lang="en-US" dirty="0">
                <a:cs typeface="Arial" panose="020B0604020202020204" pitchFamily="34" charset="0"/>
              </a:rPr>
              <a:t>Punctuation mark are also treated as separate tokens since punctuation also has meaning.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823F4-E87B-9901-18AD-79405A816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81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09596A-FB61-6837-3466-60328D9B2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3)Stop word removal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D0BB4A-7D71-40E6-CB85-01A26374A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15951" y="2793999"/>
            <a:ext cx="7851490" cy="338264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a) </a:t>
            </a:r>
            <a:r>
              <a:rPr lang="en-IN" sz="2400" dirty="0"/>
              <a:t>The words like “and”, “the”,  and “a” introduce a lot of noise since they appear way more frequently than other words.</a:t>
            </a:r>
          </a:p>
          <a:p>
            <a:pPr marL="0" indent="0">
              <a:buNone/>
            </a:pPr>
            <a:r>
              <a:rPr lang="en-IN" sz="2400" dirty="0"/>
              <a:t>b)Stop words– words that we might want to filter out before doing any statistical analysis.</a:t>
            </a:r>
          </a:p>
          <a:p>
            <a:pPr marL="0" indent="0">
              <a:buNone/>
            </a:pPr>
            <a:r>
              <a:rPr lang="en-IN" sz="2400" dirty="0"/>
              <a:t>c) The list of words to ignore can vary depending on your application.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67149"/>
            <a:ext cx="6893126" cy="1209368"/>
          </a:xfrm>
        </p:spPr>
        <p:txBody>
          <a:bodyPr/>
          <a:lstStyle/>
          <a:p>
            <a:r>
              <a:rPr lang="en-US" dirty="0"/>
              <a:t>4) lemmatization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040C7-16BB-98A3-5790-C8A1CEEEE49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1666566"/>
            <a:ext cx="6548998" cy="4375417"/>
          </a:xfrm>
        </p:spPr>
        <p:txBody>
          <a:bodyPr/>
          <a:lstStyle/>
          <a:p>
            <a:pPr marL="457200" indent="-457200">
              <a:buAutoNum type="alphaLcParenR"/>
            </a:pPr>
            <a:r>
              <a:rPr lang="en-US" dirty="0"/>
              <a:t>Figuring out the most basic form or </a:t>
            </a:r>
            <a:r>
              <a:rPr lang="en-US" dirty="0">
                <a:latin typeface="+mj-lt"/>
              </a:rPr>
              <a:t>lemma </a:t>
            </a:r>
            <a:r>
              <a:rPr lang="en-US" dirty="0"/>
              <a:t>of each word in the sentence, is lemmatization.</a:t>
            </a:r>
          </a:p>
          <a:p>
            <a:pPr marL="457200" indent="-457200">
              <a:buAutoNum type="alphaLcParenR"/>
            </a:pPr>
            <a:endParaRPr lang="en-US" dirty="0"/>
          </a:p>
          <a:p>
            <a:pPr marL="457200" indent="-457200">
              <a:buAutoNum type="alphaLcParenR"/>
            </a:pPr>
            <a:r>
              <a:rPr lang="en-US" dirty="0"/>
              <a:t>Lemmatization is typically done by having a look-up table of the lemma forms of words based on their part of speech.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FF810-7E40-2C3A-1FF8-C767AB5A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5) Part of speech tagging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F7FEA-0D6D-A2E4-85BB-D8B25A506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lphaLcParenR"/>
            </a:pPr>
            <a:r>
              <a:rPr lang="en-US" dirty="0"/>
              <a:t>This the part where we find the meaning associated with each word after tokenization where we identify the part of speech. </a:t>
            </a:r>
          </a:p>
          <a:p>
            <a:pPr marL="457200" indent="-457200">
              <a:buAutoNum type="alphaLcParenR"/>
            </a:pPr>
            <a:r>
              <a:rPr lang="en-US" dirty="0"/>
              <a:t>This model is completely based on statistics- it doesn’t actually understand what the words mean in the same way that humans do.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DABB6-3387-4D7B-CC77-EDDDFB929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02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1971"/>
            <a:ext cx="7843837" cy="1012782"/>
          </a:xfrm>
        </p:spPr>
        <p:txBody>
          <a:bodyPr/>
          <a:lstStyle/>
          <a:p>
            <a:r>
              <a:rPr lang="en-US" dirty="0"/>
              <a:t>6) NAMED ENTITY RECOGNITION (NER)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399" y="2045110"/>
            <a:ext cx="6971071" cy="33134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 a) The goal of NER is to detect and label these nouns with the real word concepts that they represent.</a:t>
            </a:r>
          </a:p>
          <a:p>
            <a:endParaRPr lang="en-US" dirty="0"/>
          </a:p>
          <a:p>
            <a:r>
              <a:rPr lang="en-US" dirty="0"/>
              <a:t>b) NER systems are using the context of how a word appears in the sentence and a statistical model to guess which type of noun a word represents.</a:t>
            </a:r>
          </a:p>
          <a:p>
            <a:endParaRPr lang="en-US" dirty="0"/>
          </a:p>
          <a:p>
            <a:r>
              <a:rPr lang="en-US" dirty="0"/>
              <a:t>c)It makes it so easy to grab structured data out of text. It is one of the easiest ways to quickly get value out of an NLP pipeline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533" y="2196526"/>
            <a:ext cx="10671048" cy="136205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{7EFAFD02-DA75-4FE5-97C8-86E7DE04327C}tf78438558_win32</Template>
  <TotalTime>96</TotalTime>
  <Words>393</Words>
  <Application>Microsoft Office PowerPoint</Application>
  <PresentationFormat>Widescreen</PresentationFormat>
  <Paragraphs>42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Bahnschrift Condensed</vt:lpstr>
      <vt:lpstr>Calibri</vt:lpstr>
      <vt:lpstr>Sabon Next LT</vt:lpstr>
      <vt:lpstr>Custom</vt:lpstr>
      <vt:lpstr>Basic NLP CONCEPTS (by Khwahish Agrawal) (250541)</vt:lpstr>
      <vt:lpstr>building an nlp pipeline follows: </vt:lpstr>
      <vt:lpstr>1. Sentence segmentation</vt:lpstr>
      <vt:lpstr>2) Word tokenization</vt:lpstr>
      <vt:lpstr>3)Stop word removal</vt:lpstr>
      <vt:lpstr>4) lemmatization</vt:lpstr>
      <vt:lpstr>5) Part of speech tagging</vt:lpstr>
      <vt:lpstr>6) NAMED ENTITY RECOGNITION (NER)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Khwahish Agrawal</dc:creator>
  <cp:lastModifiedBy>Khwahish Agrawal</cp:lastModifiedBy>
  <cp:revision>1</cp:revision>
  <dcterms:created xsi:type="dcterms:W3CDTF">2025-12-04T04:13:44Z</dcterms:created>
  <dcterms:modified xsi:type="dcterms:W3CDTF">2025-12-04T05:49:50Z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