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NLP Pipeline for Legal Text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Enhanced &amp; Visual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Sentence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Breaks long legal documents into meaningful sentences.</a:t>
            </a:r>
          </a:p>
          <a:p>
            <a:pPr/>
            <a:r>
              <a:t>• Helps identify obligations, claims, rulings in judgments.</a:t>
            </a:r>
          </a:p>
          <a:p>
            <a:pPr/>
            <a:r>
              <a:t>• Tools: spaCy, NLTK Punkt tokenizer.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Splits sentences into words, symbols, or tokens.</a:t>
            </a:r>
          </a:p>
          <a:p>
            <a:pPr/>
            <a:r>
              <a:t>• Critical for clause analysis in contracts and petitions.</a:t>
            </a:r>
          </a:p>
          <a:p>
            <a:pPr/>
            <a:r>
              <a:t>• Handles punctuation, citations, and section references.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Stop-Words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Removes common words (the, is, of) that add little meaning.</a:t>
            </a:r>
          </a:p>
          <a:p>
            <a:pPr/>
            <a:r>
              <a:t>• Helps focus on legal terms like 'plaintiff', 'jurisdiction'.</a:t>
            </a:r>
          </a:p>
          <a:p>
            <a:pPr/>
            <a:r>
              <a:t>• Custom stop-word lists needed for legal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Lemmatization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Converts words to their root forms (argues → argue).</a:t>
            </a:r>
          </a:p>
          <a:p>
            <a:pPr/>
            <a:r>
              <a:t>• Useful for legal precedence search, case law similarity.</a:t>
            </a:r>
          </a:p>
          <a:p>
            <a:pPr/>
            <a:r>
              <a:t>• More accurate than stemming for legal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POS Tagging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Labels words as noun, verb, adjective, etc.</a:t>
            </a:r>
          </a:p>
          <a:p>
            <a:pPr/>
            <a:r>
              <a:t>• Identifies action verbs in legal clauses (shall, must).</a:t>
            </a:r>
          </a:p>
          <a:p>
            <a:pPr/>
            <a:r>
              <a:t>• Helps extract obligations, rights,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Named Entity Recognition (NER)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Detects legal entities: court names, acts, dates, parties.</a:t>
            </a:r>
          </a:p>
          <a:p>
            <a:pPr/>
            <a:r>
              <a:t>• Crucial for automating contract review and case extraction.</a:t>
            </a:r>
          </a:p>
          <a:p>
            <a:pPr/>
            <a:r>
              <a:t>• Models: spaCy, BERT-based legal NER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