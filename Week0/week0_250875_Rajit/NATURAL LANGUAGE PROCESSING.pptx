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417B-CA7F-DECE-BE61-04641672B0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AD258-054D-B028-8662-98CBC7357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rajit-250875</a:t>
            </a:r>
          </a:p>
        </p:txBody>
      </p:sp>
    </p:spTree>
    <p:extLst>
      <p:ext uri="{BB962C8B-B14F-4D97-AF65-F5344CB8AC3E}">
        <p14:creationId xmlns:p14="http://schemas.microsoft.com/office/powerpoint/2010/main" val="78153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F3C5-04E1-FE4A-3C5A-7C143FAB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8D40-39F7-E504-DA8A-6867856EB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*	  What is NLP ?</a:t>
            </a:r>
          </a:p>
          <a:p>
            <a:r>
              <a:rPr lang="en-US" dirty="0"/>
              <a:t>1. Sentence segmentation</a:t>
            </a:r>
          </a:p>
          <a:p>
            <a:r>
              <a:rPr lang="en-US" dirty="0"/>
              <a:t>2. Tokenization</a:t>
            </a:r>
          </a:p>
          <a:p>
            <a:r>
              <a:rPr lang="en-US" dirty="0"/>
              <a:t>3. Part-of-Speech (POS) Tagging</a:t>
            </a:r>
          </a:p>
          <a:p>
            <a:r>
              <a:rPr lang="en-US" dirty="0"/>
              <a:t>4. Lemmatization</a:t>
            </a:r>
          </a:p>
          <a:p>
            <a:r>
              <a:rPr lang="en-US" dirty="0"/>
              <a:t>5. Stop-words removal</a:t>
            </a:r>
          </a:p>
          <a:p>
            <a:r>
              <a:rPr lang="en-US" dirty="0"/>
              <a:t>6. Named Entity Recognition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1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796F-96F4-066D-ACF3-965E0F25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 What is </a:t>
            </a:r>
            <a:r>
              <a:rPr lang="en-US" dirty="0" err="1"/>
              <a:t>nlp</a:t>
            </a:r>
            <a:r>
              <a:rPr lang="en-US" dirty="0"/>
              <a:t> ( natural language processing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9EB1E-0542-A9B4-F628-2AACA288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Natural language Processing, or NLP, is the sub-field of AI that is focused on enabling computers to understand and process human </a:t>
            </a:r>
            <a:r>
              <a:rPr lang="en-US" dirty="0" err="1"/>
              <a:t>languagest</a:t>
            </a:r>
            <a:endParaRPr lang="en-US" dirty="0"/>
          </a:p>
          <a:p>
            <a:r>
              <a:rPr lang="en-US" dirty="0"/>
              <a:t>Doing anything complicated in machine learning usually means building a pipeline .  The idea is to break up the problems into very small fragments and solve each fragment separately</a:t>
            </a:r>
          </a:p>
        </p:txBody>
      </p:sp>
    </p:spTree>
    <p:extLst>
      <p:ext uri="{BB962C8B-B14F-4D97-AF65-F5344CB8AC3E}">
        <p14:creationId xmlns:p14="http://schemas.microsoft.com/office/powerpoint/2010/main" val="191748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3B19-56CB-B8BD-89EE-0D22390C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Sentence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9131-8C79-A28F-4F31-203A8E7F9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very first step is to break the pipeline Into many sentences (or segments).</a:t>
            </a:r>
          </a:p>
          <a:p>
            <a:r>
              <a:rPr lang="en-US" dirty="0"/>
              <a:t>Assuming that each segment conveys a different thought or idea , Coding a sentence segmentation model can be as simple as splitting apart sentences whenever there is a punctuation mark.</a:t>
            </a:r>
          </a:p>
        </p:txBody>
      </p:sp>
    </p:spTree>
    <p:extLst>
      <p:ext uri="{BB962C8B-B14F-4D97-AF65-F5344CB8AC3E}">
        <p14:creationId xmlns:p14="http://schemas.microsoft.com/office/powerpoint/2010/main" val="187640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B84A-57EA-ABA2-036F-7AB0DD37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B516-DB3E-495F-F961-D2BCDAFA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Tokenization is the further separation of words or tokens from the sentences</a:t>
            </a:r>
          </a:p>
        </p:txBody>
      </p:sp>
    </p:spTree>
    <p:extLst>
      <p:ext uri="{BB962C8B-B14F-4D97-AF65-F5344CB8AC3E}">
        <p14:creationId xmlns:p14="http://schemas.microsoft.com/office/powerpoint/2010/main" val="262075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D938-2984-BEB1-28BF-F07FBEE0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Part-of-speech (POS )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0D20-80F8-DE7D-ECEB-2A625A52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traces each token and try to find out its part of speech – whether is a noun, a verb , an adjective and so on</a:t>
            </a:r>
          </a:p>
          <a:p>
            <a:r>
              <a:rPr lang="en-US" dirty="0"/>
              <a:t>It is done by feeding each word into a pre-trained part of speech classification 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1B0F3-A72D-7DA6-BECC-257E79F32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38" y="4660489"/>
            <a:ext cx="8564170" cy="20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98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094B-BF1C-B148-12B7-E4BBDD30C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C572-2B54-1B62-8A53-34F6FFBEA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Figuring out the most basic form or lemma of each word in a segment</a:t>
            </a:r>
          </a:p>
          <a:p>
            <a:r>
              <a:rPr lang="en-US" dirty="0"/>
              <a:t>Lemmatization is typically done by having a look-up table of the lemma forms of words based on their part of speech and possibly having some custom rules to handle words.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9581ED-8F5F-820E-D4FC-F9E42230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63" y="4808108"/>
            <a:ext cx="8478433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8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C2F2-8C84-45A7-4B24-6CC70DF4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stop-words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6162-FA9B-6881-130F-057A2B87F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NLP pipelines flags the words which are more frequently used than other words, like “and”, “the” , and “a” , as stop words.</a:t>
            </a:r>
          </a:p>
          <a:p>
            <a:r>
              <a:rPr lang="en-US" dirty="0"/>
              <a:t>Stop words are usually identified by just by checking a hardcoded list of known stop words.</a:t>
            </a:r>
          </a:p>
        </p:txBody>
      </p:sp>
    </p:spTree>
    <p:extLst>
      <p:ext uri="{BB962C8B-B14F-4D97-AF65-F5344CB8AC3E}">
        <p14:creationId xmlns:p14="http://schemas.microsoft.com/office/powerpoint/2010/main" val="333101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BF1F-EA9D-4054-B502-F53EADC0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Named entity recognition (</a:t>
            </a:r>
            <a:r>
              <a:rPr lang="en-US" dirty="0" err="1"/>
              <a:t>ner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986E-84BD-D6D4-A819-C0103C7F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Detects and labels the nouns with the real-world concepts that they represent.</a:t>
            </a:r>
          </a:p>
          <a:p>
            <a:pPr marL="0" indent="0">
              <a:buNone/>
            </a:pPr>
            <a:r>
              <a:rPr lang="en-US" dirty="0"/>
              <a:t>It uses the context that how a word appears in the sentence and a statistical model to guess which type of noun or a word represents.</a:t>
            </a:r>
          </a:p>
        </p:txBody>
      </p:sp>
    </p:spTree>
    <p:extLst>
      <p:ext uri="{BB962C8B-B14F-4D97-AF65-F5344CB8AC3E}">
        <p14:creationId xmlns:p14="http://schemas.microsoft.com/office/powerpoint/2010/main" val="4168015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{E8619D93-E730-461D-A50C-31EF2550C03D}TFb5ae2469-0bae-4978-b0e0-39dd046150ff9a115ede-a9c3cc5252b0</Template>
  <TotalTime>106</TotalTime>
  <Words>367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NATURAL LANGUAGE PROCESSING </vt:lpstr>
      <vt:lpstr>CONTENTS</vt:lpstr>
      <vt:lpstr>* What is nlp ( natural language processing )</vt:lpstr>
      <vt:lpstr>1. Sentence segmentation</vt:lpstr>
      <vt:lpstr>2. Tokenization</vt:lpstr>
      <vt:lpstr>3. Part-of-speech (POS ) tagging</vt:lpstr>
      <vt:lpstr>4. lemmatization</vt:lpstr>
      <vt:lpstr>5. stop-words removal</vt:lpstr>
      <vt:lpstr>6. Named entity recognition (ner)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Rajit dhakad</dc:creator>
  <cp:lastModifiedBy>Rajit dhakad</cp:lastModifiedBy>
  <cp:revision>1</cp:revision>
  <dcterms:created xsi:type="dcterms:W3CDTF">2025-12-07T04:53:54Z</dcterms:created>
  <dcterms:modified xsi:type="dcterms:W3CDTF">2025-12-07T06:40:43Z</dcterms:modified>
</cp:coreProperties>
</file>